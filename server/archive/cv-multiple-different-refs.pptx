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82" y="-2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
╔══════════════════════════════════════════════════════════════╗
║                         RÉFÉRENCE 1                         ║
╚══════════════════════════════════════════════════════════════╝
🏢 Résidence : VILLA ALPHA UNIQUE
👤 Maître d'ouvrage : CLIENT ALPHA SARL
💰 Montant : 1 500 000 €
🔧 Type de travaux : Construction villa moderne
📅 Réalisation : 2023-2024
╔══════════════════════════════════════════════════════════════╗
║                         RÉFÉRENCE 2                         ║
╚══════════════════════════════════════════════════════════════╝
🏢 Résidence : IMMEUBLE BETA DISTINCT
👤 Maître d'ouvrage : COPROPRIETE BETA
💰 Montant : 2 500 000 €
🔧 Type de travaux : Rénovation façade complète
📅 Réalisation : 2022-2023
╔══════════════════════════════════════════════════════════════╗
║                         RÉFÉRENCE 3                         ║
╚══════════════════════════════════════════════════════════════╝
🏢 Résidence : MAISON GAMMA SEPAREE
👤 Maître d'ouvrage : PARTICULIER GAMMA
💰 Montant : 750 000 €
🔧 Type de travaux : Extension et aménagements
📅 Réalisation : 2021-2022
╔══════════════════════════════════════════════════════════════╗
║                         RÉFÉRENCE 4                         ║
╚══════════════════════════════════════════════════════════════╝
🏢 Résidence : 
👤 Maître d'ouvrage : 
💰 Montant : 
🔧 Type de travaux : 
📅 Réalisation : 
╔══════════════════════════════════════════════════════════════╗
║                         RÉFÉRENCE 5                         ║
╚══════════════════════════════════════════════════════════════╝
🏢 Résidence : 
👤 Maître d'ouvrage : 
💰 Montant : 
🔧 Type de travaux : 
📅 Réalisation : 
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VILLA ALPHA UNIQUE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VILLA ALPHA UNIQUE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VILLA ALPHA UNIQUE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VILLA ALPHA UNIQUE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6</cp:revision>
  <dcterms:created xsi:type="dcterms:W3CDTF">2006-08-16T00:00:00Z</dcterms:created>
  <dcterms:modified xsi:type="dcterms:W3CDTF">2025-07-21T08:31:35Z</dcterms:modified>
  <dc:identifier>DAGhm21VBs8</dc:identifier>
</cp:coreProperties>
</file>