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═══════════════════════════════════════
            RÉFÉRENCE 1
═══════════════════════════════════════
Résidence : TEST RESIDENCE
Maître d'ouvrage : TEST MOA
Montant : 123 456 €
Type de travaux : TEST TRAVAUX
Réalisation : TEST REALISATION
═══════════════════════════════════════
            RÉFÉRENCE 2
═══════════════════════════════════════
Résidence : 
Maître d'ouvrage : 
Montant : 
Type de travaux : 
Réalisation : 
═══════════════════════════════════════
            RÉFÉRENCE 3
═══════════════════════════════════════
Résidence : 
Maître d'ouvrage : 
Montant : 
Type de travaux : 
Réalisation : 
═══════════════════════════════════════
            RÉFÉRENCE 4
═══════════════════════════════════════
Résidence : 
Maître d'ouvrage : 
Montant : 
Type de travaux : 
Réalisation : 
═══════════════════════════════════════
            RÉFÉRENCE 5
═══════════════════════════════════════
Résidence : 
Maître d'ouvrage : 
Montant : 
Type de travaux : 
Réalisation : 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RESIDENCE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123 456 €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TEST REALISATION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RESIDENCE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123 456 €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TEST REALISATION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RESIDENCE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123 456 €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TEST REALISATION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TEST RESIDENCE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MOA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123 456 €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TEST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TEST REALISATION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