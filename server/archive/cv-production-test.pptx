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SCI Les Jardins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1 200 000 €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énergétique complète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SCI Les Jardins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1 200 000 €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énergétique complète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SCI Les Jardins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1 200 000 €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énergétique complète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SCI Les Jardins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1 200 000 €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énergétique complète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SCI Les Jardins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1 200 000 €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Rénovation énergétique complète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