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E4209D-EBB5-99C1-B95E-50763DF0F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7533F37-505D-7EE7-CDFD-0DC73A644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B12D33-543C-2E63-461D-3FE50B9CE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7BAD-D814-4088-8236-7FDEC9E6D2EB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544F92-C640-6FCD-C7E2-D92C54C5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F31A72-251D-49A4-6D3E-6E0E3D3CF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DCD-BE40-4D26-98D1-A9452EC7C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2121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FAA0C4-24F4-A931-460E-BCADB11CB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34FCC3-6007-8B4A-EC06-7050AF1AE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EE5E26-C89A-4777-8559-15457C8E3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7BAD-D814-4088-8236-7FDEC9E6D2EB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790882-4399-4183-5324-CCCBFD9F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676BD2-698D-B4B8-7335-8F057E0AD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DCD-BE40-4D26-98D1-A9452EC7C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9034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EB14D1-9313-ACBD-6562-E8190ADD4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E05F545-2CFA-12D6-6F4F-003037889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9B0FEA-D379-D0AF-7FE1-D3C93C36B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7BAD-D814-4088-8236-7FDEC9E6D2EB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ECB720-5C8D-76FD-D1DA-D041E1360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BCDBA1-D51B-5CB5-E410-5A4238174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DCD-BE40-4D26-98D1-A9452EC7C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4775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10650A-7DB9-6E26-89E7-97ED919CA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EF63BE-6A92-D50F-378B-7862A1DFB3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3DD77AC-C9A9-6869-BE60-6C3D3B384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B252A1-AD3C-657F-48C7-AD1C7C4A2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7BAD-D814-4088-8236-7FDEC9E6D2EB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65F3F0-2522-F825-B7A1-4DB268C7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88B663-ACBD-BECC-E222-C1209CB56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DCD-BE40-4D26-98D1-A9452EC7C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987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4FF50F-166F-0054-01F9-5BA76D0A9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A68EB0-62BC-A0B3-85C3-ACE56B91F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1A533EE-698D-C0D9-27A1-498423372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3007148-C624-BBB4-457E-365642981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03F6D06-61D9-E6AA-0325-C2FE304B68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6CBED91-5613-406C-1683-F75BF0412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7BAD-D814-4088-8236-7FDEC9E6D2EB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DFA8C8E-3533-BC32-978F-C0F86E26B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008F1BF-0209-4FE4-89A1-E317E4CCD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DCD-BE40-4D26-98D1-A9452EC7C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8907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FE7027-E0C7-C3F6-A024-842448434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3D5ED09-FCB5-BAD4-54CB-AC198CA12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7BAD-D814-4088-8236-7FDEC9E6D2EB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EAF00DB-8A90-64CD-9162-D8EA33953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A1B2C17-706F-1A26-489D-4D1C18BF3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DCD-BE40-4D26-98D1-A9452EC7C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4441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7467229-3658-471E-EF9C-F1442FD6E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7BAD-D814-4088-8236-7FDEC9E6D2EB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270E541-9DE9-25C5-C2A5-6AE8132AA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38833D-288A-0F8F-4285-6894827F6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DCD-BE40-4D26-98D1-A9452EC7C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3787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ED33C6-F4C1-74FB-836E-C52BE70FC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6572C3-23AB-EE8A-33C0-667DC079E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381B67D-87D5-4CEC-B45C-EE208EC2E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312B3C5-E7F5-D6A7-F94C-42E07F2FA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7BAD-D814-4088-8236-7FDEC9E6D2EB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F92A4A-13F0-3E02-8DFB-2C72EC3E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6F630F-34CF-3232-482E-9BDB6707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DCD-BE40-4D26-98D1-A9452EC7C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3291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F822C0-2187-39FB-323B-067656192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E9D1FBE-6E5D-D53C-862D-7DD8EF1BB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AD5E9D5-45E2-33AA-EECE-9234FFC4B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5FA24BC-ABF5-CA9F-CB0D-6A2BAEF21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7BAD-D814-4088-8236-7FDEC9E6D2EB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C29B62-E212-8DFD-379A-5EBBB211F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8433D28-829F-129A-7E02-BFE750F50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DCD-BE40-4D26-98D1-A9452EC7C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5898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7637F6-726C-82C5-513C-AEEE9364B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0481BF3-CEE7-66C5-0EC5-CA2B7F963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2B978C-6EC6-1B0F-CBB9-CE52845DE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7BAD-D814-4088-8236-7FDEC9E6D2EB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03E9DA-E619-15A8-98E0-4ADFA7C5B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3AD9DA-CE3B-5AEF-EE7E-C23DFB66C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DCD-BE40-4D26-98D1-A9452EC7C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9988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6FAE765-3D11-3158-E82D-A8EA168B44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B3D0370-1AD7-AC8E-95EE-5ED85BE52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5A2991-9493-5EF8-BA38-A70D1CD71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7BAD-D814-4088-8236-7FDEC9E6D2EB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72B30E-91CE-E7DC-414E-5912EEDC8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AE4F7F-EEF0-CC43-45FE-DF0D3EED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DCD-BE40-4D26-98D1-A9452EC7C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809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0A76C0A-DF87-DF33-1DBC-542A7C3B4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6F36AF-2D66-66BC-DE4C-C817D551F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369D7F-1231-DFA0-7EEE-884312F96D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B37BAD-D814-4088-8236-7FDEC9E6D2EB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C322E7-EDF3-58F2-70ED-98B2ECE18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E60EC0-1589-DC48-34C7-5B143134E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6E5DCD-BE40-4D26-98D1-A9452EC7C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7657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E2F7AA71-EB9D-F515-5CA7-5D6A805302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ference_1">
            <a:extLst>
              <a:ext uri="{FF2B5EF4-FFF2-40B4-BE49-F238E27FC236}">
                <a16:creationId xmlns:a16="http://schemas.microsoft.com/office/drawing/2014/main" id="{7AFD8BA7-2A54-C37A-BAF2-FAB168F7951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2334768" cy="1052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b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</a:b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b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</a:b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  <p:extLst>
      <p:ext uri="{BB962C8B-B14F-4D97-AF65-F5344CB8AC3E}">
        <p14:creationId xmlns:p14="http://schemas.microsoft.com/office/powerpoint/2010/main" val="394296195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</Words>
  <Application>Microsoft Office PowerPoint</Application>
  <PresentationFormat>Grand écran</PresentationFormat>
  <Paragraphs>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Century Gothic Paneuropean</vt:lpstr>
      <vt:lpstr>Century Gothic Paneuropean Bold</vt:lpstr>
      <vt:lpstr>Thème Office</vt:lpstr>
      <vt:lpstr>{{REF_RESIDENCE}} Maître d’ouvrage: {{REF_MOA}} Montant: {{REF_MONTANT}} Type de travaux effectués: {{REF_TRAVAUX}}  Réalisation:  {{REF_REALISATION}}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Stephane BERTIN</dc:creator>
  <cp:lastModifiedBy>Stephane BERTIN</cp:lastModifiedBy>
  <cp:revision>1</cp:revision>
  <dcterms:created xsi:type="dcterms:W3CDTF">2025-07-21T08:57:10Z</dcterms:created>
  <dcterms:modified xsi:type="dcterms:W3CDTF">2025-07-21T08:59:15Z</dcterms:modified>
</cp:coreProperties>
</file>