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═══════════════════════════════════════
            RÉFÉRENCE 1
═══════════════════════════════════════
Résidence : VILLA ALPHA
Maître d'ouvrage : CLIENT ALPHA SARL
Montant : 1 500 000 €
Type de travaux : Construction villa moderne
Réalisation : 2023-2024
═══════════════════════════════════════
            RÉFÉRENCE 2
═══════════════════════════════════════
Résidence : IMMEUBLE BETA
Maître d'ouvrage : COPROPRIETE BETA
Montant : 2 500 000 €
Type de travaux : Rénovation façade complète
Réalisation : 2022-2023
═══════════════════════════════════════
            RÉFÉRENCE 3
═══════════════════════════════════════
Résidence : MAISON GAMMA
Maître d'ouvrage : PARTICULIER GAMMA
Montant : 750 000 €
Type de travaux : Extension et aménagements
Réalisation : 2021-2022
═══════════════════════════════════════
            RÉFÉRENCE 4
═══════════════════════════════════════
Résidence : 
Maître d'ouvrage : 
Montant : 
Type de travaux : 
Réalisation : 
═══════════════════════════════════════
            RÉFÉRENCE 5
═══════════════════════════════════════
Résidence : 
Maître d'ouvrage : 
Montant : 
Type de travaux : 
Réalisation : 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moderne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moderne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moderne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VILLA ALPHA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CLIENT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villa moderne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