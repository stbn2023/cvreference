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═══════════════════════════════════════
            RÉFÉRENCE 1
═══════════════════════════════════════
Résidence : Villa Alpha
Maître d'ouvrage : Client Alpha
Montant : 1 000 000 €
Type de travaux : Construction villa
Réalisation : 2023
═══════════════════════════════════════
            RÉFÉRENCE 2
═══════════════════════════════════════
Résidence : Immeuble Beta
Maître d'ouvrage : Client Beta
Montant : 2 000 000 €
Type de travaux : Rénovation immeuble
Réalisation : 2022
═══════════════════════════════════════
            RÉFÉRENCE 3
═══════════════════════════════════════
Résidence : Maison Gamma
Maître d'ouvrage : Client Gamma
Montant : 500 000 €
Type de travaux : Extension maison
Réalisation : 2021
═══════════════════════════════════════
            RÉFÉRENCE 4
═══════════════════════════════════════
Résidence : 
Maître d'ouvrage : 
Montant : 
Type de travaux : 
Réalisation : 
═══════════════════════════════════════
            RÉFÉRENCE 5
═══════════════════════════════════════
Résidence : 
Maître d'ouvrage : 
Montant : 
Type de travaux : 
Réalisation : 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