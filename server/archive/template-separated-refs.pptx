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═══════════════════════════════════════
            RÉFÉRENCE 1
═══════════════════════════════════════
Résidence : {{REF_1_RESIDENCE}}
Maître d'ouvrage : {{REF_1_MOA}}
Montant : {{REF_1_MONTANT}}
Type de travaux : {{REF_1_TRAVAUX}}
Réalisation : {{REF_1_REALISATION}}
═══════════════════════════════════════
            RÉFÉRENCE 2
═══════════════════════════════════════
Résidence : {{REF_2_RESIDENCE}}
Maître d'ouvrage : {{REF_2_MOA}}
Montant : {{REF_2_MONTANT}}
Type de travaux : {{REF_2_TRAVAUX}}
Réalisation : {{REF_2_REALISATION}}
═══════════════════════════════════════
            RÉFÉRENCE 3
═══════════════════════════════════════
Résidence : {{REF_3_RESIDENCE}}
Maître d'ouvrage : {{REF_3_MOA}}
Montant : {{REF_3_MONTANT}}
Type de travaux : {{REF_3_TRAVAUX}}
Réalisation : {{REF_3_REALISATION}}
═══════════════════════════════════════
            RÉFÉRENCE 4
═══════════════════════════════════════
Résidence : {{REF_4_RESIDENCE}}
Maître d'ouvrage : {{REF_4_MOA}}
Montant : {{REF_4_MONTANT}}
Type de travaux : {{REF_4_TRAVAUX}}
Réalisation : {{REF_4_REALISATION}}
═══════════════════════════════════════
            RÉFÉRENCE 5
═══════════════════════════════════════
Résidence : {{REF_5_RESIDENCE}}
Maître d'ouvrage : {{REF_5_MOA}}
Montant : {{REF_5_MONTANT}}
Type de travaux : {{REF_5_TRAVAUX}}
Réalisation : {{REF_5_REALISATION}}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