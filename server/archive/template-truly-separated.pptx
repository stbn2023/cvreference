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782" y="-2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
╔══════════════════════════════════════════════════════════════╗
║                         RÉFÉRENCE 1                         ║
╚══════════════════════════════════════════════════════════════╝
🏢 Résidence : {{REF_1_RESIDENCE}}
👤 Maître d'ouvrage : {{REF_1_MOA}}
💰 Montant : {{REF_1_MONTANT}}
🔧 Type de travaux : {{REF_1_TRAVAUX}}
📅 Réalisation : {{REF_1_REALISATION}}
╔══════════════════════════════════════════════════════════════╗
║                         RÉFÉRENCE 2                         ║
╚══════════════════════════════════════════════════════════════╝
🏢 Résidence : {{REF_2_RESIDENCE}}
👤 Maître d'ouvrage : {{REF_2_MOA}}
💰 Montant : {{REF_2_MONTANT}}
🔧 Type de travaux : {{REF_2_TRAVAUX}}
📅 Réalisation : {{REF_2_REALISATION}}
╔══════════════════════════════════════════════════════════════╗
║                         RÉFÉRENCE 3                         ║
╚══════════════════════════════════════════════════════════════╝
🏢 Résidence : {{REF_3_RESIDENCE}}
👤 Maître d'ouvrage : {{REF_3_MOA}}
💰 Montant : {{REF_3_MONTANT}}
🔧 Type de travaux : {{REF_3_TRAVAUX}}
📅 Réalisation : {{REF_3_REALISATION}}
╔══════════════════════════════════════════════════════════════╗
║                         RÉFÉRENCE 4                         ║
╚══════════════════════════════════════════════════════════════╝
🏢 Résidence : {{REF_4_RESIDENCE}}
👤 Maître d'ouvrage : {{REF_4_MOA}}
💰 Montant : {{REF_4_MONTANT}}
🔧 Type de travaux : {{REF_4_TRAVAUX}}
📅 Réalisation : {{REF_4_REALISATION}}
╔══════════════════════════════════════════════════════════════╗
║                         RÉFÉRENCE 5                         ║
╚══════════════════════════════════════════════════════════════╝
🏢 Résidence : {{REF_5_RESIDENCE}}
👤 Maître d'ouvrage : {{REF_5_MOA}}
💰 Montant : {{REF_5_MONTANT}}
🔧 Type de travaux : {{REF_5_TRAVAUX}}
📅 Réalisation : {{REF_5_REALISATION}}
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455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Arial</vt:lpstr>
      <vt:lpstr>Century Gothic Paneuropean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6</cp:revision>
  <dcterms:created xsi:type="dcterms:W3CDTF">2006-08-16T00:00:00Z</dcterms:created>
  <dcterms:modified xsi:type="dcterms:W3CDTF">2025-07-21T08:31:35Z</dcterms:modified>
  <dc:identifier>DAGhm21VBs8</dc:identifier>
</cp:coreProperties>
</file>