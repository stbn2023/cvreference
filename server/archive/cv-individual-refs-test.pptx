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re et contenu" id="{BD2A298D-78FB-40AC-85D9-5E7D08C7B6C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428" y="-30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Alexandre FOULQUIER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84627"/>
            <a:ext cx="3539173" cy="181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Chargé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07 87 07 74 12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alexandrefoulquier@groupe-isoedre.fr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424453" y="6525236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93" y="5869935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30132" y="2773859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73" y="5513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454460" y="6202080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10" y="0"/>
                </a:lnTo>
                <a:lnTo>
                  <a:pt x="328710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35731" y="2370670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200000" y="6836814"/>
            <a:ext cx="2661600" cy="161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1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30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4116" y="6228361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422685" y="2450009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5573059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187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5400000" flipV="1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0" y="4347210"/>
                  </a:moveTo>
                  <a:lnTo>
                    <a:pt x="1079500" y="0"/>
                  </a:lnTo>
                  <a:lnTo>
                    <a:pt x="6350000" y="0"/>
                  </a:lnTo>
                  <a:lnTo>
                    <a:pt x="6350000" y="4347210"/>
                  </a:lnTo>
                  <a:lnTo>
                    <a:pt x="0" y="4347210"/>
                  </a:lnTo>
                  <a:close/>
                </a:path>
              </a:pathLst>
            </a:custGeom>
            <a:blipFill>
              <a:blip r:embed="rId16"/>
              <a:stretch>
                <a:fillRect t="-32295" b="-8653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79375" y="8586239"/>
            <a:ext cx="2682225" cy="197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just">
              <a:lnSpc>
                <a:spcPts val="1599"/>
              </a:lnSpc>
              <a:buFont typeface="Arial"/>
              <a:buChar char="•"/>
            </a:pPr>
            <a:r>
              <a:rPr lang="en-US" sz="999" b="1">
                <a:solidFill>
                  <a:srgbClr val="1D1E3D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Entreprise bâtiment</a:t>
            </a:r>
          </a:p>
          <a:p>
            <a:pPr algn="l">
              <a:lnSpc>
                <a:spcPts val="1599"/>
              </a:lnSpc>
            </a:pPr>
            <a:endParaRPr lang="en-US" sz="999" b="1">
              <a:solidFill>
                <a:srgbClr val="1D1E3D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travaux en béton armé - génie civil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 .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Rénovations et constructions neuve, gros œuvre</a:t>
            </a:r>
          </a:p>
          <a:p>
            <a:pPr algn="l">
              <a:lnSpc>
                <a:spcPts val="1599"/>
              </a:lnSpc>
            </a:pPr>
            <a:r>
              <a:rPr lang="en-US" sz="999">
                <a:solidFill>
                  <a:srgbClr val="1D1E3D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00000" y="3255649"/>
            <a:ext cx="2650906" cy="255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DP TECHNICIEN SUPERIEUR BATIMENT OPTION ECONOMIE DE LA CONSTRUCTION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2022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TSBEC en alternance chez les Compagnons du Devoir de Nîmes.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DIPLOME PROFESSIONNEL CHEF D'EQUIPE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2021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Formation réalisée en alternance à Nîmes chez les Compagnons du Devoir.</a:t>
            </a:r>
          </a:p>
          <a:p>
            <a:pPr algn="l">
              <a:lnSpc>
                <a:spcPts val="1399"/>
              </a:lnSpc>
            </a:pPr>
            <a:endParaRPr lang="en-US" sz="9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99"/>
              </a:lnSpc>
            </a:pPr>
            <a:r>
              <a:rPr lang="en-US" sz="9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CAP ET BP MAÇON </a:t>
            </a: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2011 - 2016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Réalisés en alternance chez les Compagnons du Devoir du Tour de France 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95893" y="3050083"/>
            <a:ext cx="4337989" cy="228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 D’AFFAIRES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ISOEDRE - Depuis 2025 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MBINGENIERIE PUIS ISOEDRE, 2022 - 2025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CHEF D'EQUIPE COFFREUR BANCHEUR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FERRER SUD, 2021 - 2022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et suivie de travaux essentiellement en béton armé (34) .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BANCHEUR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2020 - 2021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 (34) 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Coffreur Bancheur à Montpellier (34)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OUVRIER COFFREUR BANCHEUR -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NGE, 2016-2019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 'ouvrages essentiellement en béton armé, Génie civil dans L’Aveyron (12)</a:t>
            </a:r>
          </a:p>
          <a:p>
            <a:pPr algn="l">
              <a:lnSpc>
                <a:spcPts val="1063"/>
              </a:lnSpc>
            </a:pPr>
            <a:endParaRPr lang="en-US" sz="799">
              <a:solidFill>
                <a:srgbClr val="1A181B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63"/>
              </a:lnSpc>
            </a:pPr>
            <a:r>
              <a:rPr lang="en-US" sz="799" b="1">
                <a:solidFill>
                  <a:srgbClr val="1A181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MAÇON </a:t>
            </a: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2013-2015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Rénovation d'ouvrages anciens, coffrages traditionnels et lecture de plans, etc.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Maçonnerie de pierres et couverture en tuile canal</a:t>
            </a:r>
          </a:p>
          <a:p>
            <a:pPr algn="l">
              <a:lnSpc>
                <a:spcPts val="1063"/>
              </a:lnSpc>
            </a:pPr>
            <a:r>
              <a:rPr lang="en-US" sz="799">
                <a:solidFill>
                  <a:srgbClr val="1A181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Restauration monuments historiques</a:t>
            </a: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5C04E65F-AA9B-0AE9-2461-920FC3F903B2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
RÉFÉRENCE 1:
Résidence Alpha - Test 1
Maître d'ouvrage: MOA Alpha SARL
Montant: 1 500 000 €
Type de travaux: Construction neuve, isolation thermique
Réalisation: 2023-2024
--- OU FORMAT COMPLET ---
Résidence Alpha - Test 1
Maître d'ouvrage: MOA Alpha SARL
Montant: 1 500 000 €
Type de travaux: Construction neuve, isolation thermique
Réalisation: 2023-2024
RÉFÉRENCE 2:
Immeuble Beta - Test 2
Maître d'ouvrage: Copropriété Beta
Montant: 950 000 €
Type de travaux: Ravalement façade, toiture
Réalisation: 2022-2023
--- OU FORMAT COMPLET ---
Immeuble Beta - Test 2
Maître d'ouvrage: Copropriété Beta
Montant: 950 000 €
Type de travaux: Ravalement façade, toiture
Réalisation: 2022-2023
RÉFÉRENCE 3:
Villa Gamma - Test 3
Maître d'ouvrage: Promoteur Gamma SA
Montant: 750 000 €
Type de travaux: Rénovation complète, aménagements
Réalisation: 2021-2022
--- OU FORMAT COMPLET ---
Villa Gamma - Test 3
Maître d'ouvrage: Promoteur Gamma SA
Montant: 750 000 €
Type de travaux: Rénovation complète, aménagements
Réalisation: 2021-2022
RÉFÉRENCE 4:
Maître d'ouvrage: 
Montant: 
Type de travaux: 
Réalisation: 
--- OU FORMAT COMPLET ---
RÉFÉRENCE 5:
Maître d'ouvrage: 
Montant: 
Type de travaux: 
Réalisation: 
--- OU FORMAT COMPLET ---
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43DE34AC-3332-B54F-A71B-8E2FAA645E3D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Alpha - Test 1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MOA Alpha SARL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neuve, isolation thermique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0AE5D4CE-826C-0680-DBB2-9F05A6D52A1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Alpha - Test 1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MOA Alpha SARL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neuve, isolation thermique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DD617036-6139-7ACA-1529-528E6290BF50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Alpha - Test 1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MOA Alpha SARL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neuve, isolation thermique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E0C1F2E6-907E-4170-C820-D34DFAEDBD2F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8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Résidence Alpha - Test 1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8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8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MOA Alpha SARL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1 500 000 €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Construction neuve, isolation thermique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2023-2024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455</Words>
  <Application>Microsoft Office PowerPoint</Application>
  <PresentationFormat>Personnalisé</PresentationFormat>
  <Paragraphs>68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Century Gothic Paneuropean Bold</vt:lpstr>
      <vt:lpstr>Arial</vt:lpstr>
      <vt:lpstr>Century Gothic Paneuropean</vt:lpstr>
      <vt:lpstr>Calibri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CV-FOULQUIER ALEXANDRE</dc:title>
  <dc:creator>Admin</dc:creator>
  <cp:lastModifiedBy>Stephane BERTIN</cp:lastModifiedBy>
  <cp:revision>7</cp:revision>
  <dcterms:created xsi:type="dcterms:W3CDTF">2006-08-16T00:00:00Z</dcterms:created>
  <dcterms:modified xsi:type="dcterms:W3CDTF">2025-07-21T11:15:21Z</dcterms:modified>
  <dc:identifier>DAGhm21VBs8</dc:identifier>
</cp:coreProperties>
</file>