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28" y="-30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 de Provence
Maître d'ouvrage: SCI Les Jardins SARL
Montant: 2 500 000 €
Travaux: Rénovation énergétique complète, isolation thermique par l'extérieur, changement des menuiseries, installation VMC double flux
Réalisation: 2023-2024
Immeuble Le Central - 45 logements
Maître d'ouvrage: Copropriété Le Central
Montant: 850 000 €
Travaux: Ravalement de façade, réfection de la toiture, mise aux normes électriques, installation d'un ascenseur
Réalisation: 2022-2023
Résidence Villa Marina - Programme neuf
Maître d'ouvrage: Promoteur Immobilier Marina SA
Montant: 1 200 000 €
Travaux: Construction neuve de 25 logements, aménagements extérieurs, VRD, espaces verts
Réalisation: 2021-2022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 de Provence
Maître d'ouvrage: SCI Les Jardins SARL
Montant: 2 500 000 €
Travaux: Rénovation énergétique complète, isolation thermique par l'extérieur, changement des menuiseries, installation VMC double flux
Réalisation: 2023-2024
Immeuble Le Central - 45 logements
Maître d'ouvrage: Copropriété Le Central
Montant: 850 000 €
Travaux: Ravalement de façade, réfection de la toiture, mise aux normes électriques, installation d'un ascenseur
Réalisation: 2022-2023
Résidence Villa Marina - Programme neuf
Maître d'ouvrage: Promoteur Immobilier Marina SA
Montant: 1 200 000 €
Travaux: Construction neuve de 25 logements, aménagements extérieurs, VRD, espaces verts
Réalisation: 2021-2022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 de Provence
Maître d'ouvrage: SCI Les Jardins SARL
Montant: 2 500 000 €
Travaux: Rénovation énergétique complète, isolation thermique par l'extérieur, changement des menuiseries, installation VMC double flux
Réalisation: 2023-2024
Immeuble Le Central - 45 logements
Maître d'ouvrage: Copropriété Le Central
Montant: 850 000 €
Travaux: Ravalement de façade, réfection de la toiture, mise aux normes électriques, installation d'un ascenseur
Réalisation: 2022-2023
Résidence Villa Marina - Programme neuf
Maître d'ouvrage: Promoteur Immobilier Marina SA
Montant: 1 200 000 €
Travaux: Construction neuve de 25 logements, aménagements extérieurs, VRD, espaces verts
Réalisation: 2021-2022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 de Provence
Maître d'ouvrage: SCI Les Jardins SARL
Montant: 2 500 000 €
Travaux: Rénovation énergétique complète, isolation thermique par l'extérieur, changement des menuiseries, installation VMC double flux
Réalisation: 2023-2024
Immeuble Le Central - 45 logements
Maître d'ouvrage: Copropriété Le Central
Montant: 850 000 €
Travaux: Ravalement de façade, réfection de la toiture, mise aux normes électriques, installation d'un ascenseur
Réalisation: 2022-2023
Résidence Villa Marina - Programme neuf
Maître d'ouvrage: Promoteur Immobilier Marina SA
Montant: 1 200 000 €
Travaux: Construction neuve de 25 logements, aménagements extérieurs, VRD, espaces verts
Réalisation: 2021-2022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Les Jardins de Provence
Maître d'ouvrage: SCI Les Jardins SARL
Montant: 2 500 000 €
Travaux: Rénovation énergétique complète, isolation thermique par l'extérieur, changement des menuiseries, installation VMC double flux
Réalisation: 2023-2024
Immeuble Le Central - 45 logements
Maître d'ouvrage: Copropriété Le Central
Montant: 850 000 €
Travaux: Ravalement de façade, réfection de la toiture, mise aux normes électriques, installation d'un ascenseur
Réalisation: 2022-2023
Résidence Villa Marina - Programme neuf
Maître d'ouvrage: Promoteur Immobilier Marina SA
Montant: 1 200 000 €
Travaux: Construction neuve de 25 logements, aménagements extérieurs, VRD, espaces verts
Réalisation: 2021-2022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2025-07-21T11:15:21Z</dcterms:modified>
  <dc:identifier>DAGhm21VBs8</dc:identifier>
</cp:coreProperties>
</file>