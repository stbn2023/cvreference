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Auto-Download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automatiques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Auto-Download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automatiques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Auto-Download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automatiques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Auto-Download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automatiques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Auto-Download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automatiques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