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
Maître d'ouvrage: SCI Les Jardins
Montant: 150 000 €
Travaux: Rénovation énergétique
Réalisation: 2023
Immeuble Central
Maître d'ouvrage: Copropriété Central
Montant: 85 000 €
Travaux: Ravalement de façade
Réalisation: 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
Maître d'ouvrage: SCI Les Jardins
Montant: 150 000 €
Travaux: Rénovation énergétique
Réalisation: 2023
Immeuble Central
Maître d'ouvrage: Copropriété Central
Montant: 85 000 €
Travaux: Ravalement de façade
Réalisation: 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
Maître d'ouvrage: SCI Les Jardins
Montant: 150 000 €
Travaux: Rénovation énergétique
Réalisation: 2023
Immeuble Central
Maître d'ouvrage: Copropriété Central
Montant: 85 000 €
Travaux: Ravalement de façade
Réalisation: 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
Maître d'ouvrage: SCI Les Jardins
Montant: 150 000 €
Travaux: Rénovation énergétique
Réalisation: 2023
Immeuble Central
Maître d'ouvrage: Copropriété Central
Montant: 85 000 €
Travaux: Ravalement de façade
Réalisation: 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
Maître d'ouvrage: SCI Les Jardins
Montant: 150 000 €
Travaux: Rénovation énergétique
Réalisation: 2023
Immeuble Central
Maître d'ouvrage: Copropriété Central
Montant: 85 000 €
Travaux: Ravalement de façade
Réalisation: 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