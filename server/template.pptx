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259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7" name="references_box">
            <a:extLst>
              <a:ext uri="{FF2B5EF4-FFF2-40B4-BE49-F238E27FC236}">
                <a16:creationId xmlns:a16="http://schemas.microsoft.com/office/drawing/2014/main" id="{6BB0EE3B-167B-95AA-D26F-E1D564CE7022}"/>
              </a:ext>
            </a:extLst>
          </p:cNvPr>
          <p:cNvSpPr txBox="1"/>
          <p:nvPr/>
        </p:nvSpPr>
        <p:spPr>
          <a:xfrm>
            <a:off x="3195893" y="6202080"/>
            <a:ext cx="41812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Références ici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271</Words>
  <Application>Microsoft Office PowerPoint</Application>
  <PresentationFormat>Personnalisé</PresentationFormat>
  <Paragraphs>48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Century Gothic Paneuropean Bold</vt:lpstr>
      <vt:lpstr>Arial</vt:lpstr>
      <vt:lpstr>Century Gothic Paneuropean</vt:lpstr>
      <vt:lpstr>Calibri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5</cp:revision>
  <dcterms:created xsi:type="dcterms:W3CDTF">2006-08-16T00:00:00Z</dcterms:created>
  <dcterms:modified xsi:type="dcterms:W3CDTF">2025-07-21T08:21:20Z</dcterms:modified>
  <dc:identifier>DAGhm21VBs8</dc:identifier>
</cp:coreProperties>
</file>