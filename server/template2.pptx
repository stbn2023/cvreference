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3F3D0-9AB3-C5CA-F6FD-3BAF91575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B6F9E8-DF3A-5AB7-C4BF-883AAA3D4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8D1F9A-D3FE-338A-8AB6-6FE24761B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9D24FD-7424-6124-3BBA-282BFDAFD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9E68F7-F363-E09F-5EC4-2767BBB0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33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5D653-7CEC-3997-6763-E71A557E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0C1B75-7383-8320-BD3B-BA9676BD5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367547-0801-5836-E714-3A755BFF3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B9E620-2AF3-077F-1ECF-9232A0D4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B0AA6-32EC-138A-4380-93907A77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13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C2A6C-2170-FA22-CBBE-30EA3EF8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745CDB-D628-8509-F9C9-DB54FF9B8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ED9E33-7B14-01F8-528F-BCBADAE1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AB518E-A676-37C4-6F28-6068ABDC6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ABE1FB-32C4-011C-6762-15C11DA0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36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CFF144-835B-D5E0-A63D-6AF8D259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AF7920-1CCB-5D2C-3235-0DF50235A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97A5A3-487B-AFDA-1C52-F56E01312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6046EE-99E9-18A4-C346-B5D657B0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36F9F4-34B5-0964-57C5-EF93E670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2B0CB6-6416-3D0C-D9EF-8EC86A0C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514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2B4019-BF8A-FA0D-C0F5-07861132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94C1D0-BAB4-E2F6-863B-A37239A7B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6BD886-F7FC-3CAD-91E9-47B70DBEE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C93326-2D5D-F2D0-92DD-61C2EDE18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13B2C44-5955-739F-67D9-7BE76925E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167FCA3-CE3C-B733-EDD4-16646CD0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515C2F9-A336-67C1-A971-9D233FD3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5443AA7-D35B-781E-85F9-2725AC99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09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84B83-BDA3-1487-9402-2981E773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885F866-60EE-270D-6BAA-EE97FDEB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E8AC6D-53F2-3403-3EEE-2F49C298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734ED0-B0F9-4013-810B-C8A29C71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0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3EA97E7-7A33-66CE-EB20-F5FD76B80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A95446-CF73-8FEC-155B-A78F98AF3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8C3954-1E49-4C53-4497-D9BCB02D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68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A8FC0-E1CE-ED7C-6860-B514F15F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A2C69D-A915-B4B9-63A4-08730B075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D325E9-52D0-6DFA-F25F-6A65B0629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4C536F-8D90-51AF-3A38-3827DFF3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4B969E-29C8-ADCE-6AC8-A5C12076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E05313-40D2-2A13-1B59-549B10D4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793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7A9836-830A-0361-0B7F-48FE8BFF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7C65F20-0E9E-1357-CF1A-65A07DF5B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A1391B-18F1-B49A-2A06-CA2A6805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34C3F1-300D-8CB5-FF7B-4B6903F0E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4B660F-C518-B489-25D8-74E5C6624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AD4BFE-71FB-86CC-E934-869DE03B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6673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5F49A8-D752-AB96-9562-43BA479F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2E09031-ADBC-858E-54A1-37D71A47D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2C42D2-686B-F414-87E8-F7AE007D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67E841-081F-25C6-6152-D5DA1F37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F4734E-883F-1590-4A18-848E8F80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01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9480048-5E38-5F39-77FB-E53369533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207E1F-1F2B-83E1-CD17-2FB412D6A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04C6E1-4927-3A10-EE4B-7DD9CAC03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31F22B-1AC9-D98F-AC5B-CC1A218A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89AFDC-BD95-62CC-F5C9-DCB17386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33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DA55166-1695-AE55-649D-CB24725EE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946AE4-3A43-3F41-7D85-3AEDD4B5B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B9E731-D12D-5B1B-C156-C536D081B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0C2103-2882-0766-A183-ADCBC8A15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61836F-31BD-F056-775D-2AE44E830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124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ference_1">
            <a:extLst>
              <a:ext uri="{FF2B5EF4-FFF2-40B4-BE49-F238E27FC236}">
                <a16:creationId xmlns:a16="http://schemas.microsoft.com/office/drawing/2014/main" id="{A2415320-35C7-89CE-AF0B-9FFAEE445307}"/>
              </a:ext>
            </a:extLst>
          </p:cNvPr>
          <p:cNvSpPr txBox="1"/>
          <p:nvPr/>
        </p:nvSpPr>
        <p:spPr>
          <a:xfrm>
            <a:off x="949722" y="506476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  <p:extLst>
      <p:ext uri="{BB962C8B-B14F-4D97-AF65-F5344CB8AC3E}">
        <p14:creationId xmlns:p14="http://schemas.microsoft.com/office/powerpoint/2010/main" val="38387001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</Words>
  <Application>Microsoft Office PowerPoint</Application>
  <PresentationFormat>Grand écran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Century Gothic Paneuropean</vt:lpstr>
      <vt:lpstr>Century Gothic Paneuropean Bold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Stephane BERTIN</dc:creator>
  <cp:lastModifiedBy>Stephane BERTIN</cp:lastModifiedBy>
  <cp:revision>1</cp:revision>
  <dcterms:created xsi:type="dcterms:W3CDTF">2025-07-21T08:50:04Z</dcterms:created>
  <dcterms:modified xsi:type="dcterms:W3CDTF">2025-07-21T08:52:29Z</dcterms:modified>
</cp:coreProperties>
</file>