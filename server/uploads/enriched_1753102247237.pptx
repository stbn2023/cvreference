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
╔══════════════════════════════════════════════════════════════╗
║                         RÉFÉRENCE 1                         ║
╚══════════════════════════════════════════════════════════════╝
🏢 Résidence : TEST_DEBUG_1753102247197
👤 Maître d'ouvrage : MOA_DEBUG
💰 Montant : 999 999 €
🔧 Type de travaux : TRAVAUX_DEBUG
📅 Réalisation : 2024
╔══════════════════════════════════════════════════════════════╗
║                         RÉFÉRENCE 2                         ║
╚══════════════════════════════════════════════════════════════╝
🏢 Résidence : 
👤 Maître d'ouvrage : 
💰 Montant : 
🔧 Type de travaux : 
📅 Réalisation : 
╔══════════════════════════════════════════════════════════════╗
║                         RÉFÉRENCE 3                         ║
╚══════════════════════════════════════════════════════════════╝
🏢 Résidence : 
👤 Maître d'ouvrage : 
💰 Montant : 
🔧 Type de travaux : 
📅 Réalisation : 
╔══════════════════════════════════════════════════════════════╗
║                         RÉFÉRENCE 4                         ║
╚══════════════════════════════════════════════════════════════╝
🏢 Résidence : 
👤 Maître d'ouvrage : 
💰 Montant : 
🔧 Type de travaux : 
📅 Réalisation : 
╔══════════════════════════════════════════════════════════════╗
║                         RÉFÉRENCE 5                         ║
╚══════════════════════════════════════════════════════════════╝
🏢 Résidence : 
👤 Maître d'ouvrage : 
💰 Montant : 
🔧 Type de travaux : 
📅 Réalisation : 
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