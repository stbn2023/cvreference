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464" y="-47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Tour Majunga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Société Générale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2021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TRAVAUX}}</a:t>
            </a:r>
            <a:endParaRPr lang="en-US" sz="800" u="none" strike="noStrike" spc="-2" dirty="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EcoQuartier Nord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Ville de Lille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9 500 000 €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2020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454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Century Gothic Paneuropean</vt:lpstr>
      <vt:lpstr>Calibri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2025-07-23T07:14:33Z</dcterms:modified>
  <dc:identifier>DAGhm21VBs8</dc:identifier>
</cp:coreProperties>
</file>