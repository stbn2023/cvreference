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00" d="100"/>
          <a:sy n="200" d="100"/>
        </p:scale>
        <p:origin x="-3844" y="-80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Calibri</vt:lpstr>
      <vt:lpstr>Arial</vt:lpstr>
      <vt:lpstr>Century Gothic Paneuropean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8</cp:revision>
  <dcterms:created xsi:type="dcterms:W3CDTF">2006-08-16T00:00:00Z</dcterms:created>
  <dcterms:modified xsi:type="dcterms:W3CDTF">2025-08-04T08:36:23Z</dcterms:modified>
  <dc:identifier>DAGhm21VBs8</dc:identifier>
</cp:coreProperties>
</file>