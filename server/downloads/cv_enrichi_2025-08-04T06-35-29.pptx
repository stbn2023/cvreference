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25" d="100"/>
          <a:sy n="125" d="100"/>
        </p:scale>
        <p:origin x="1464" y="-47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EcoQuartier Nord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Ville de Lille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9 500 000 €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2020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Campus Innovation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Université Toulouse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</a:t>
            </a:r>
            <a:r>
              <a:rPr lang="en-US" sz="8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TRAVAUX}}</a:t>
            </a:r>
            <a:endParaRPr lang="en-US" sz="800" u="none" strike="noStrike" spc="-2" dirty="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2022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Tour Majunga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Société Générale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12 000 000 €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2021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Hôpital Sud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CHU Lyon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8 000 000 €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Rénovation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2019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454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Century Gothic Paneuropean</vt:lpstr>
      <vt:lpstr>Calibri</vt:lpstr>
      <vt:lpstr>Century Gothic Paneuropean Bold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7</cp:revision>
  <dcterms:created xsi:type="dcterms:W3CDTF">2006-08-16T00:00:00Z</dcterms:created>
  <dcterms:modified xsi:type="dcterms:W3CDTF">2025-07-23T07:14:33Z</dcterms:modified>
  <dc:identifier>DAGhm21VBs8</dc:identifier>
</cp:coreProperties>
</file>